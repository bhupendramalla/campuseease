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6" name="Google Shape;16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266050" y="11290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6" name="Google Shape;36;p7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9" name="Google Shape;39;p8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3" name="Google Shape;43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4" name="Google Shape;44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8" name="Google Shape;48;p10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66050" y="1129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descr="logo" id="9" name="Google Shape;9;p1"/>
          <p:cNvPicPr preferRelativeResize="0"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4508225" y="4489238"/>
            <a:ext cx="1524000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1"/>
          <p:cNvSpPr/>
          <p:nvPr/>
        </p:nvSpPr>
        <p:spPr>
          <a:xfrm>
            <a:off x="-45650" y="-23400"/>
            <a:ext cx="9144000" cy="3936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1"/>
          <p:cNvSpPr txBox="1"/>
          <p:nvPr/>
        </p:nvSpPr>
        <p:spPr>
          <a:xfrm>
            <a:off x="-967575" y="-23400"/>
            <a:ext cx="58182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</a:rPr>
              <a:t>FINAL PROJECT DEFENSE | BIT</a:t>
            </a:r>
            <a:endParaRPr sz="1800">
              <a:solidFill>
                <a:schemeClr val="lt1"/>
              </a:solidFill>
            </a:endParaRPr>
          </a:p>
        </p:txBody>
      </p:sp>
      <p:pic>
        <p:nvPicPr>
          <p:cNvPr id="12" name="Google Shape;12;p1" title="logo-removebg-preview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351800" y="4240213"/>
            <a:ext cx="926675" cy="926675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1"/>
          <p:cNvSpPr txBox="1"/>
          <p:nvPr/>
        </p:nvSpPr>
        <p:spPr>
          <a:xfrm>
            <a:off x="3932675" y="-23400"/>
            <a:ext cx="58182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</a:rPr>
              <a:t>BATCH 2022</a:t>
            </a:r>
            <a:r>
              <a:rPr i="1" lang="en-GB" sz="1800">
                <a:solidFill>
                  <a:schemeClr val="lt1"/>
                </a:solidFill>
              </a:rPr>
              <a:t> </a:t>
            </a:r>
            <a:endParaRPr i="1" sz="1800">
              <a:solidFill>
                <a:schemeClr val="lt1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3"/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813816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2335B"/>
                </a:solidFill>
              </a:defRPr>
            </a:pPr>
            <a:r>
              <a:t>CampusEase</a:t>
            </a:r>
          </a:p>
          <a:p>
            <a:pPr algn="ctr">
              <a:spcAft>
                <a:spcPts val="0"/>
              </a:spcAft>
              <a:defRPr sz="1800" b="0">
                <a:solidFill>
                  <a:srgbClr val="202020"/>
                </a:solidFill>
              </a:defRPr>
            </a:pPr>
            <a:r>
              <a:t>A Web-Based College Automation System</a:t>
            </a:r>
          </a:p>
          <a:p>
            <a:pPr algn="ctr">
              <a:spcAft>
                <a:spcPts val="1400"/>
              </a:spcAft>
              <a:defRPr sz="1800" b="0">
                <a:solidFill>
                  <a:srgbClr val="202020"/>
                </a:solidFill>
              </a:defRPr>
            </a:pPr>
            <a:r>
              <a:t>for Academic and Administrative Management</a:t>
            </a:r>
          </a:p>
          <a:p>
            <a:pPr algn="ctr">
              <a:spcAft>
                <a:spcPts val="200"/>
              </a:spcAft>
              <a:defRPr sz="1600" b="0">
                <a:solidFill>
                  <a:srgbClr val="202020"/>
                </a:solidFill>
              </a:defRPr>
            </a:pPr>
            <a:r>
              <a:t>Bhupendra Malla, BIT (LC0003001648)</a:t>
            </a:r>
          </a:p>
          <a:p>
            <a:pPr algn="ctr">
              <a:spcAft>
                <a:spcPts val="200"/>
              </a:spcAft>
              <a:defRPr sz="1500" b="0">
                <a:solidFill>
                  <a:srgbClr val="202020"/>
                </a:solidFill>
              </a:defRPr>
            </a:pPr>
            <a:r>
              <a:t>Supervisor: Mr. Saishab Bhattarai</a:t>
            </a:r>
          </a:p>
          <a:p>
            <a:pPr algn="ctr">
              <a:spcAft>
                <a:spcPts val="0"/>
              </a:spcAft>
              <a:defRPr sz="1500" b="0">
                <a:solidFill>
                  <a:srgbClr val="2E6FB5"/>
                </a:solidFill>
              </a:defRPr>
            </a:pPr>
            <a:r>
              <a:t>Phoenix College of Management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Colleges run on many overlapping manual processes: enrollment, attendance, assignments, exams, fees, scheduling, and communication.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Handled on paper or across disconnected tools, this is slow, error-prone, and hard to track.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Records get duplicated or lost; attendance and marks are tedious to compile; updates are easy to miss.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CampusEase brings these activities onto a single web platform with role-based access for students, faculty, secretaries, and administrators.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Adds modern conveniences: face-recognition attendance, online fee payment, and real-time messaging.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Fragmented information: records spread across registers, spreadsheets, and unrelated tools, with no single source of truth.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Manual, repetitive work: attendance, internal marks, fee reconciliation, and reports done by hand.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Errors and inconsistency from re-entering the same data in many places, with no audit trail.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Weak communication: updates reach students through notice boards and informal channels.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Limited access control: hard to ensure each role sees and does only what it should.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General: a web-based college automation system centralising academic and administrative operations with role-based services.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Specific objectives: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Design a role-based access model for students, faculty, secretaries, and administrators.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Implement enrollment, scheduling, and academic-record management.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Provide manual, OTP, and face-recognition attendance.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Automate assignments, marks entry, and internal-marks calculation.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Integrate online fee payment (Khalti) and real-time communication.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Functional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Registration with email verification, authentication, and role-based access.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Subject enrollment (enrollment keys), class scheduling, and academic records.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Attendance by manual entry, one-time password, and face recognition.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Assignment posting and submission, marks entry, and internal-marks calculation.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Online fee payment via Khalti with administrative approval.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Real-time messaging, discussions, events, clubs, ID cards, and reports.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Non-functional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Performance: respond within a couple of seconds; deliver messages in real time.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Usability: intuitive, role-specific interfaces with no special training.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Security: bcrypt-hashed passwords, JWT-authenticated requests, role-based access.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Reliability: handle invalid input and unavailable external services gracefully.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Maintainability and portability: modular code; any Node.js + MongoDB host.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Development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Agile, sprint-based development suited to a system of many distinct modules.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Each sprint delivered working modules: data model, API, Angular screens, then testing.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Role model and shared user data model were built first, since later features depend on them.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Git and GitHub used throughout for incremental tracking and continuous integration.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Use-Case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se_c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0917" y="1234440"/>
            <a:ext cx="1482165" cy="30403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Data Modeling: ER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0655" y="1234440"/>
            <a:ext cx="5822690" cy="30403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Process Modeling: Data Flow Diagrams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fd_leve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29519"/>
            <a:ext cx="3931920" cy="11759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0005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02020"/>
                </a:solidFill>
              </a:defRPr>
            </a:pPr>
            <a:r>
              <a:t>Level 0 (context)</a:t>
            </a:r>
          </a:p>
        </p:txBody>
      </p:sp>
      <p:pic>
        <p:nvPicPr>
          <p:cNvPr id="6" name="Picture 5" descr="dfd_leve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2330" y="1234440"/>
            <a:ext cx="3165579" cy="27660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09160" y="40005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02020"/>
                </a:solidFill>
              </a:defRPr>
            </a:pPr>
            <a:r>
              <a:t>Level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7767" y="1234440"/>
            <a:ext cx="4488466" cy="30403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Key Process Models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ctivity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7015" y="1234440"/>
            <a:ext cx="1503730" cy="27660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0005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02020"/>
                </a:solidFill>
              </a:defRPr>
            </a:pPr>
            <a:r>
              <a:t>Activity: face attendance</a:t>
            </a:r>
          </a:p>
        </p:txBody>
      </p:sp>
      <p:pic>
        <p:nvPicPr>
          <p:cNvPr id="6" name="Picture 5" descr="sequenc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502" y="1234440"/>
            <a:ext cx="3339236" cy="27660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09160" y="40005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02020"/>
                </a:solidFill>
              </a:defRPr>
            </a:pPr>
            <a:r>
              <a:t>Sequence: online fee payment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System Flowchart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3143" y="1234440"/>
            <a:ext cx="1357714" cy="30403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Implementing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Angular + TypeScript + Bootstrap: single-page, role-specific frontend portals.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Node.js + Express: REST API; Socket.io for real-time messaging and presence.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MongoDB + Mongoose: NoSQL document database and object-document mapper.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JWT + bcrypt: stateless authentication and one-way password hashing.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Khalti (payment), Nodemailer (email/OTP), Multer (uploads), Highcharts (dashboards).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Implementation: Module Details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Authentication &amp; Role: registration, email verify, login, JWT, role/department checks.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Academic: enrollment by key, class scheduling, academic records.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Attendance: manual, OTP, and face-recognition (webcam capture and matching).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Assignments &amp; Marks: posting/submission, marks entry, automatic internal-marks calc.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Fee Payment: Khalti online payment with admin approval workflow.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Communication &amp; Admin: real-time chat, discussions, events, clubs, user management.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Application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pp_admi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93596"/>
            <a:ext cx="3931920" cy="22477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0005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02020"/>
                </a:solidFill>
              </a:defRPr>
            </a:pPr>
            <a:r>
              <a:t>Admin console</a:t>
            </a:r>
          </a:p>
        </p:txBody>
      </p:sp>
      <p:pic>
        <p:nvPicPr>
          <p:cNvPr id="6" name="Picture 5" descr="app_user_manage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493596"/>
            <a:ext cx="3931920" cy="22477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09160" y="40005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02020"/>
                </a:solidFill>
              </a:defRPr>
            </a:pPr>
            <a:r>
              <a:t>User management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Testing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Tested module by module, then end to end through the UI for each role.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Unit tests: auth/JWT/role checks, enrollment, attendance, internal-marks, fee, messaging.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System tests: register-verify-login, attendance by face/OTP, assignment flow, fee pay+approve, real-time chat, user management.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All unit and system test cases passed; role-based access reliably allowed/denied actions.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A complete, working platform unifying academics, administration, and communication for a college.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Role-based access, three attendance methods, automatic internal marks, online fee payment, and real-time messaging.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Built on Angular + Node/Express + Socket.io + MongoDB, secured with JWT and bcrypt; all test cases passed.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Future work: mobile app, push notifications, advanced analytics, scalable deployment, more payment options.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