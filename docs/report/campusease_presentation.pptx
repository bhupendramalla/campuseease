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66050" y="112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6050" y="1129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logo"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508225" y="4489238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/>
          <p:nvPr/>
        </p:nvSpPr>
        <p:spPr>
          <a:xfrm>
            <a:off x="-45650" y="-234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967575" y="-23400"/>
            <a:ext cx="5818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FINAL PROJECT DEFENSE | BIT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2" name="Google Shape;12;p1" title="logo-removebg-preview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1800" y="4240213"/>
            <a:ext cx="926675" cy="92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3932675" y="-23400"/>
            <a:ext cx="5818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BATCH 2022</a:t>
            </a:r>
            <a:r>
              <a:rPr i="1" lang="en-GB" sz="1800">
                <a:solidFill>
                  <a:schemeClr val="lt1"/>
                </a:solidFill>
              </a:rPr>
              <a:t> </a:t>
            </a:r>
            <a:endParaRPr i="1" sz="18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81381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3800" b="1">
                <a:solidFill>
                  <a:srgbClr val="12335B"/>
                </a:solidFill>
              </a:defRPr>
            </a:pPr>
            <a:r>
              <a:t>CampusEase</a:t>
            </a:r>
          </a:p>
          <a:p>
            <a:pPr algn="ctr">
              <a:spcAft>
                <a:spcPts val="0"/>
              </a:spcAft>
              <a:defRPr sz="1700" b="0">
                <a:solidFill>
                  <a:srgbClr val="202020"/>
                </a:solidFill>
              </a:defRPr>
            </a:pPr>
            <a:r>
              <a:t>A Web-Based College Automation System for</a:t>
            </a:r>
          </a:p>
          <a:p>
            <a:pPr algn="ctr">
              <a:spcAft>
                <a:spcPts val="1400"/>
              </a:spcAft>
              <a:defRPr sz="1700" b="0">
                <a:solidFill>
                  <a:srgbClr val="202020"/>
                </a:solidFill>
              </a:defRPr>
            </a:pPr>
            <a:r>
              <a:t>Academic and Administrative Management</a:t>
            </a:r>
          </a:p>
          <a:p>
            <a:pPr algn="ctr">
              <a:spcAft>
                <a:spcPts val="200"/>
              </a:spcAft>
              <a:defRPr sz="1600" b="0">
                <a:solidFill>
                  <a:srgbClr val="202020"/>
                </a:solidFill>
              </a:defRPr>
            </a:pPr>
            <a:r>
              <a:t>Bhupendra Malla, BIT 8th Semester (LC0003001648)</a:t>
            </a:r>
          </a:p>
          <a:p>
            <a:pPr algn="ctr">
              <a:spcAft>
                <a:spcPts val="200"/>
              </a:spcAft>
              <a:defRPr sz="1500" b="0">
                <a:solidFill>
                  <a:srgbClr val="202020"/>
                </a:solidFill>
              </a:defRPr>
            </a:pPr>
            <a:r>
              <a:t>Supervisor: Mr. Saishab Bhattarai</a:t>
            </a:r>
          </a:p>
          <a:p>
            <a:pPr algn="ctr">
              <a:spcAft>
                <a:spcPts val="0"/>
              </a:spcAft>
              <a:defRPr sz="1500" b="0">
                <a:solidFill>
                  <a:srgbClr val="2E6FB5"/>
                </a:solidFill>
              </a:defRPr>
            </a:pPr>
            <a:r>
              <a:t>Phoenix College of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Colleges run on many disconnected processes: enrollment, attendance, marks, fees, notices, communication.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Most are still manual or spread across spreadsheets, paper, and separate tools.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Data is duplicated, hard to track, and slow to act on for students, faculty, and staff.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CampusEase: a single web platform that centralises academic and administrative operations.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Role-based portals for students, faculty, secretaries, and administrators with automated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College operations are fragmented and largely manual: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Enrollment, attendance, and marks are tracked by hand or in disconnected files.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Fee collection lacks a digital, trackable, approval-based workflow.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Communication (notices, messaging, events) is scattered across channels.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No single role-aware portal, so each user juggles multiple systems.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Need: one secure, role-based web system that unifies these workflows and automates routine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General: a web-based college automation system that centralises academic and administrative operations with role-based, automated services.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Specific objectives: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Design role-based access control for students, faculty, secretaries, and administrators.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Implement subject enrollment, class scheduling, and academic-record management.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Provide manual, OTP, and face-recognition attendance methods.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Automate assignments, marks entry, and internal-marks calculation.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Integrate secure online fee payment via Khalti with an admin approval workflow.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Enable real-time messaging, discussion forums, events, and clubs.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Role-based registration, email/OTP verification, and authentication.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Subject enrollment via enrollment keys, class scheduling, academic records.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Attendance by manual entry, one-time password, and face recognition.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Assignment distribution/submission, marks entry, automatic internal-marks calculation.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Online fee payment via Khalti with status tracking and admin approval.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Real-time messaging, discussion forums, events, clubs, job/CV portal, digital ID cards.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Non-functional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Performance: respond to typical actions within a few seconds at institution scale.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Usability: role-specific dashboards usable with basic technical knowledge.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Security: bcrypt-hashed passwords, JWT auth, role- and department-based access control.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Reliability: consistent data via Mongoose schemas and validation.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Maintainability and portability: modular Angular + Express, runs on any Node.js runtime.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Requirement Modeling: Use-Case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917" y="1234440"/>
            <a:ext cx="1482165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Data Modeling: ER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655" y="1234440"/>
            <a:ext cx="5822690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Process Modeling: Data Flow Diagrams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fd_lev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29519"/>
            <a:ext cx="3931920" cy="11759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0005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02020"/>
                </a:solidFill>
              </a:defRPr>
            </a:pPr>
            <a:r>
              <a:t>Level 0 (context)</a:t>
            </a:r>
          </a:p>
        </p:txBody>
      </p:sp>
      <p:pic>
        <p:nvPicPr>
          <p:cNvPr id="6" name="Picture 5" descr="dfd_lev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330" y="1234440"/>
            <a:ext cx="3165579" cy="2766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09160" y="40005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02020"/>
                </a:solidFill>
              </a:defRPr>
            </a:pPr>
            <a:r>
              <a:t>Level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767" y="1234440"/>
            <a:ext cx="4488466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Behavioural Modeling: Activity &amp; Sequence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tivit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015" y="1234440"/>
            <a:ext cx="1503730" cy="2766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0005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02020"/>
                </a:solidFill>
              </a:defRPr>
            </a:pPr>
            <a:r>
              <a:t>Activity diagram</a:t>
            </a:r>
          </a:p>
        </p:txBody>
      </p:sp>
      <p:pic>
        <p:nvPicPr>
          <p:cNvPr id="6" name="Picture 5" descr="sequenc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2" y="1234440"/>
            <a:ext cx="3339236" cy="2766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09160" y="40005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02020"/>
                </a:solidFill>
              </a:defRPr>
            </a:pPr>
            <a:r>
              <a:t>Sequence diagram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Implementing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Angular + TypeScript: role-specific single-page frontend portals.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Node.js + Express: REST API; Socket.io for real-time messaging and presence.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MongoDB + Mongoose: document database with schema-based data access.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JWT + bcrypt: stateless authentication and one-way password hashing.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Multer (uploads), Nodemailer (verification/OTP email), Highcharts (dashboards).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Khalti: external gateway for online fee payment. Git/GitHub, VS Code, Angular CLI.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Implementation: Module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Authentication &amp; Role: registration, email verification, JWT login, RBAC middleware by role/department.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Academic: enrollment-key based subject enrollment, class scheduling, academic records.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Attendance: manual roll, short-lived OTP, and webcam face-recognition matching.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Assignments &amp; Marks: post/submit assignments, marks entry, automatic internal-marks calculation.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Fee Payment: Khalti-initiated online payment, receipt + status, admin/finance approval.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Communication &amp; Admin: Socket.io messaging, forums/events/clubs, user/department management, job-CV portal, digital ID cards.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Key Workflows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Role-based access control: JWT carries role + department; middleware gates every endpoint.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Khalti payment: frontend -&gt; backend initiate -&gt; Khalti checkout -&gt; return callback -&gt; lookup verify -&gt; fee marked Paid.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Internal marks: assignment marks + attendance marks combined into a computed internal score.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Attendance OTP: server issues a 5-minute code; student submits it (with location) to mark present.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Application Demo: Admin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p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776" y="1234440"/>
            <a:ext cx="5318448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Application Demo: User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p_user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776" y="1234440"/>
            <a:ext cx="5318448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 complete, working platform unifying enrollment, attendance, assignments, marks, fees, and communication.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Role-based portals, three attendance methods, automatic internal marks, and verified Khalti online payment.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Real-time messaging and engagement features, with secure JWT auth and per-role access control.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All unit and system test cases passed; end-to-end tested across every role.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Future work: real-time analytics, mobile app, ML-based insights, and multi-campus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