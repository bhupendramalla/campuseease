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logo"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508225" y="4489238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-45650" y="-234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9675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FINAL PROJECT DEFENSE | BIT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" name="Google Shape;12;p1" title="logo-removebg-previe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1800" y="4240213"/>
            <a:ext cx="926675" cy="9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39326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BATCH 2022</a:t>
            </a:r>
            <a:r>
              <a:rPr i="1" lang="en-GB" sz="1800">
                <a:solidFill>
                  <a:schemeClr val="lt1"/>
                </a:solidFill>
              </a:rPr>
              <a:t> </a:t>
            </a:r>
            <a:endParaRPr i="1" sz="18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81381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12335B"/>
                </a:solidFill>
              </a:defRPr>
            </a:pPr>
            <a:r>
              <a:t>SecureLogTI</a:t>
            </a:r>
          </a:p>
          <a:p>
            <a:pPr algn="ctr">
              <a:spcAft>
                <a:spcPts val="0"/>
              </a:spcAft>
              <a:defRPr sz="1700" b="0">
                <a:solidFill>
                  <a:srgbClr val="202020"/>
                </a:solidFill>
              </a:defRPr>
            </a:pPr>
            <a:r>
              <a:t>A Web-Based Threat Intelligence and Log Analysis</a:t>
            </a:r>
          </a:p>
          <a:p>
            <a:pPr algn="ctr">
              <a:spcAft>
                <a:spcPts val="1400"/>
              </a:spcAft>
              <a:defRPr sz="1700" b="0">
                <a:solidFill>
                  <a:srgbClr val="202020"/>
                </a:solidFill>
              </a:defRPr>
            </a:pPr>
            <a:r>
              <a:t>System with Automated IP Reputation Scoring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202020"/>
                </a:solidFill>
              </a:defRPr>
            </a:pPr>
            <a:r>
              <a:t>Prashant Sapkota, BIT (LC0003001683)</a:t>
            </a:r>
          </a:p>
          <a:p>
            <a:pPr algn="ctr">
              <a:spcAft>
                <a:spcPts val="200"/>
              </a:spcAft>
              <a:defRPr sz="1500" b="0">
                <a:solidFill>
                  <a:srgbClr val="202020"/>
                </a:solidFill>
              </a:defRPr>
            </a:pPr>
            <a:r>
              <a:t>Supervisor: Mr. Saishab Bhattarai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E6FB5"/>
                </a:solidFill>
              </a:defRPr>
            </a:pPr>
            <a:r>
              <a:t>Phoenix College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Operating systems, servers, firewalls, and applications all produce security logs.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Attacks (brute force, SQL injection, malware, denial-of-service) leave traces in logs.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But log volume is huge and the few attack lines hide among thousands of routine entries.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Enterprise SIEM/TIP tools analyse this well but are costly, complex, and expert-only.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SecureLogTI: a lightweight web threat-intelligence platform for students, small orgs, and junior SOC analysts.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Manual log inspection is slow and error-prone: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Volume and complexity: thousands of lines per server per day.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Format fragmentation: syslog, Apache/Nginx, Windows, Docker, JSON, and more.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Existing tools are costly and complex, or too narrow to give a full workflow.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Little prioritization and opaque verdicts that are hard to trust or learn from.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Need: a lightweight tool that centralises logs, detects threats transparently, and enriches IP reputation.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General: a web platform for centralised log analysis and automated threat classification using rule-based detection and IP reputation scoring.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Specific objectives: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Study existing log-analysis / threat-intelligence systems and their limits.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Design a CRUD database with per-user data isolation.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Build a multi-format log parser (more than seven formats).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Develop a transparent, rule-based threat-scoring algorithm.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Integrate AbuseIPDB reputation with a local fallback; visualise via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User registration and authentication, with per-user data isolation.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Log ingestion by paste, file upload, or API.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Automatic parsing of more than seven log formats.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Rule-based threat detection and per-IP threat scoring.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IP reputation enrichment via AbuseIPDB, with a local fallback.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Automatic alert generation, dashboards, and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Performance: parse and analyse a typical batch within a few seconds.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Usability: operable with basic technical knowledge, no configuration.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Security: hashed passwords and strict per-user data isolation.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Explainability: every verdict has a human-readable reason.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Reliability, maintainability, and portability (any Node.js runtime).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Data Modeling: 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690" y="1234440"/>
            <a:ext cx="3262620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Process Modeling: Data Flow Diagrams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1109"/>
            <a:ext cx="3931920" cy="6327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>Level 0 (context)</a:t>
            </a:r>
          </a:p>
        </p:txBody>
      </p:sp>
      <p:pic>
        <p:nvPicPr>
          <p:cNvPr id="6" name="Picture 5" descr="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519" y="1234440"/>
            <a:ext cx="1481202" cy="2766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6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>Level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592" y="1234440"/>
            <a:ext cx="3094816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Algorithm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Rule-based threat scoring, aggregated per source IP (additive and transparent):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Failed auth attempts: +10 (1 to 2), +30 (3 to 4), +70 (5 or more).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SQL injection +40, malware +50, denial-of-service +60.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Final score = min(sum, 100); severity high &gt;= 60, medium &gt;= 30, low &lt; 30.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Five advanced methods (pattern, anomaly, temporal, escalation, correlation) add a weighted score.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IP reputation adds a boost of -20 to +50, combining behaviour and external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Implementing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Next.js + React + TypeScript: full-stack UI and API routes.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Prisma ORM over an SQLite database: type-safe, per-user data access.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Tailwind CSS + Radix UI: responsive, accessible interface; Recharts for charts.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AbuseIPDB REST API: live IP reputation, with a local fallback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VS Code, Node.js, npm/pnpm, Git/GitHub, Prisma CLI.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Implementation: Module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Authentication: registration, login, hashed passwords, isolated session.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Log ingestion: paste, file upload, or API; one shared parse/store pipeline.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Multi-format parser: detects format per line, reduces all to a uniform structure.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Detection and scoring engine: rule-based score plus five advanced methods.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IP reputation enrichment, alert generation, and Prisma data access with per-user isolation.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Application Demo: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234440"/>
            <a:ext cx="4864608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Application Demo: Threat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_thr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234440"/>
            <a:ext cx="4864608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 complete, working platform: ingest → parse → aggregate → detect/score → enrich → alert → visualise.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Multi-format parsing, transparent scoring, AbuseIPDB enrichment, prioritized alerts, per-user isolation.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All unit and system test cases passed; every verdict is explainable, so it doubles as a learning aid.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Future work: real-time monitoring, machine-learning detection, scalable database, more reputation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